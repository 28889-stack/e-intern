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99594ec16e4930" /><Relationship Type="http://schemas.openxmlformats.org/officeDocument/2006/relationships/extended-properties" Target="/docProps/app.xml" Id="R44827804eeab4411" /><Relationship Type="http://schemas.openxmlformats.org/officeDocument/2006/relationships/officeDocument" Target="/ppt/presentation.xml" Id="Ra96277aaf797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a2c789d934562"/>
  </p:sldMasterIdLst>
  <p:notesMasterIdLst>
    <p:notesMasterId xmlns:r="http://schemas.openxmlformats.org/officeDocument/2006/relationships" r:id="R1446877174ad4b89"/>
  </p:notesMasterIdLst>
  <p:sldIdLst>
    <p:sldId xmlns:r="http://schemas.openxmlformats.org/officeDocument/2006/relationships" id="256" r:id="R010c51480fc34f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dd0bf77cfa476e" /><Relationship Type="http://schemas.openxmlformats.org/officeDocument/2006/relationships/slideMaster" Target="/ppt/slideMasters/slideMaster1.xml" Id="R3c9a2c789d934562" /><Relationship Type="http://schemas.openxmlformats.org/officeDocument/2006/relationships/notesMaster" Target="/ppt/notesMasters/notesMaster1.xml" Id="R1446877174ad4b89" /><Relationship Type="http://schemas.openxmlformats.org/officeDocument/2006/relationships/presProps" Target="/ppt/presProps.xml" Id="R0326f8fc8be64c72" /><Relationship Type="http://schemas.openxmlformats.org/officeDocument/2006/relationships/tableStyles" Target="/ppt/tableStyles.xml" Id="R3967f64f13f44ec2" /><Relationship Type="http://schemas.openxmlformats.org/officeDocument/2006/relationships/slide" Target="/ppt/slides/slide1.xml" Id="R010c51480fc34f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fa94c490be49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aa2f2e3ad949c7" /><Relationship Type="http://schemas.openxmlformats.org/officeDocument/2006/relationships/notesMaster" Target="/ppt/notesMasters/notesMaster1.xml" Id="R0b017cff484345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e16ec34a1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4352a477484d50" /><Relationship Type="http://schemas.openxmlformats.org/officeDocument/2006/relationships/slideLayout" Target="/ppt/slideLayouts/slideLayout1.xml" Id="R19358e439c3d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58e439c3d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532ae7d9447bb" /><Relationship Type="http://schemas.openxmlformats.org/officeDocument/2006/relationships/notesSlide" Target="/ppt/notesSlides/notesSlide1.xml" Id="Rbfa0ea04c6a346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0414FCB1-E5FE-406C-BAEE-FA7170D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B3A6D9E8-F4A3-4424-A7FF-1A1F58B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525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F187D218-E2D6-4BA6-B4D4-84E0C523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1143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3EE929C7-CF72-4E76-B968-23885C78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38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8B5E4441-8DA6-433F-80B6-58190B7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238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易方达基金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35E91C95-F9A3-4BE5-B74F-2ECE544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762D590E-D39B-45E4-85A4-B56B562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2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易方达基金 · 实习答辩</a:t>
            </a:r>
          </a:p>
        </p:txBody>
      </p:sp>
      <p:sp>
        <p:nvSpPr>
          <p:cNvPr id="8" name="title1">
            <a:extLst xmlns:a="http://schemas.openxmlformats.org/drawingml/2006/main">
              <a:ext uri="{FF2B5EF4-FFF2-40B4-BE49-F238E27FC236}">
                <a16:creationId xmlns:a16="http://schemas.microsoft.com/office/drawing/2014/main" id="{BB342EAD-E760-412C-BEA7-A97E934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397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63456"/>
                </a:solidFill>
              </a:defRPr>
            </a:pPr>
            <a:r>
              <a:rPr sz="3900" b="1">
                <a:solidFill>
                  <a:srgbClr val="063456"/>
                </a:solidFill>
              </a:rPr>
              <a:t>实习答辩</a:t>
            </a:r>
          </a:p>
        </p:txBody>
      </p:sp>
      <p:sp>
        <p:nvSpPr>
          <p:cNvPr id="9" name="title2">
            <a:extLst xmlns:a="http://schemas.openxmlformats.org/drawingml/2006/main">
              <a:ext uri="{FF2B5EF4-FFF2-40B4-BE49-F238E27FC236}">
                <a16:creationId xmlns:a16="http://schemas.microsoft.com/office/drawing/2014/main" id="{D48D9C77-9CE0-442D-942A-0B8A81DB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08F"/>
                </a:solidFill>
              </a:defRPr>
            </a:pPr>
            <a:r>
              <a:rPr sz="2250" b="1">
                <a:solidFill>
                  <a:srgbClr val="00508F"/>
                </a:solidFill>
              </a:rPr>
              <a:t>证券投资申报材料智能处理项目</a:t>
            </a:r>
          </a:p>
        </p:txBody>
      </p:sp>
      <p:sp>
        <p:nvSpPr>
          <p:cNvPr id="10" name="subtitle">
            <a:extLst xmlns:a="http://schemas.openxmlformats.org/drawingml/2006/main">
              <a:ext uri="{FF2B5EF4-FFF2-40B4-BE49-F238E27FC236}">
                <a16:creationId xmlns:a16="http://schemas.microsoft.com/office/drawing/2014/main" id="{77F80E34-74F5-40CC-B20D-A0A48F7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3456"/>
                </a:solidFill>
              </a:defRPr>
            </a:pPr>
            <a:r>
              <a:rPr sz="1425" b="0">
                <a:solidFill>
                  <a:srgbClr val="063456"/>
                </a:solidFill>
              </a:rPr>
              <a:t>材料结构化 · 证据链留痕 · 合规复核</a:t>
            </a:r>
          </a:p>
        </p:txBody>
      </p:sp>
      <p:sp>
        <p:nvSpPr>
          <p:cNvPr id="11" name="info-line">
            <a:extLst xmlns:a="http://schemas.openxmlformats.org/drawingml/2006/main">
              <a:ext uri="{FF2B5EF4-FFF2-40B4-BE49-F238E27FC236}">
                <a16:creationId xmlns:a16="http://schemas.microsoft.com/office/drawing/2014/main" id="{E14DF02C-40A5-49F9-8C52-B9054C98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2" name="date">
            <a:extLst xmlns:a="http://schemas.openxmlformats.org/drawingml/2006/main">
              <a:ext uri="{FF2B5EF4-FFF2-40B4-BE49-F238E27FC236}">
                <a16:creationId xmlns:a16="http://schemas.microsoft.com/office/drawing/2014/main" id="{5A29F139-364D-4530-92D6-1013C4F9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2026年6月</a:t>
            </a:r>
          </a:p>
        </p:txBody>
      </p:sp>
      <p:sp>
        <p:nvSpPr>
          <p:cNvPr id="13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8E9E118F-5529-40C5-8C49-09B829A5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内部交流，请勿外传</a:t>
            </a:r>
          </a:p>
        </p:txBody>
      </p:sp>
      <p:sp>
        <p:nvSpPr>
          <p:cNvPr id="14" name="pattern-bg">
            <a:extLst xmlns:a="http://schemas.openxmlformats.org/drawingml/2006/main">
              <a:ext uri="{FF2B5EF4-FFF2-40B4-BE49-F238E27FC236}">
                <a16:creationId xmlns:a16="http://schemas.microsoft.com/office/drawing/2014/main" id="{12922F91-2E7B-4FDD-B96C-B5087D8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8"/>
          </a:solidFill>
          <a:ln xmlns:a="http://schemas.openxmlformats.org/drawingml/2006/main" w="0">
            <a:solidFill>
              <a:srgbClr val="EDF5F8"/>
            </a:solidFill>
            <a:prstDash val="solid"/>
          </a:ln>
        </p:spPr>
      </p:sp>
      <p:sp>
        <p:nvSpPr>
          <p:cNvPr id="15" name="pattern-ring">
            <a:extLst xmlns:a="http://schemas.openxmlformats.org/drawingml/2006/main">
              <a:ext uri="{FF2B5EF4-FFF2-40B4-BE49-F238E27FC236}">
                <a16:creationId xmlns:a16="http://schemas.microsoft.com/office/drawing/2014/main" id="{3462AE88-E352-41B2-89D7-B4DB031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2800350" cy="2800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0E8"/>
            </a:solidFill>
            <a:prstDash val="solid"/>
          </a:ln>
        </p:spPr>
      </p:sp>
      <p:sp>
        <p:nvSpPr>
          <p:cNvPr id="16" name="paper-back-page">
            <a:extLst xmlns:a="http://schemas.openxmlformats.org/drawingml/2006/main">
              <a:ext uri="{FF2B5EF4-FFF2-40B4-BE49-F238E27FC236}">
                <a16:creationId xmlns:a16="http://schemas.microsoft.com/office/drawing/2014/main" id="{8554ABB5-8254-40BA-8DD7-FA0BE153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962900" y="2114550"/>
            <a:ext cx="2190750" cy="14097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7" name="paper-back-accent">
            <a:extLst xmlns:a="http://schemas.openxmlformats.org/drawingml/2006/main">
              <a:ext uri="{FF2B5EF4-FFF2-40B4-BE49-F238E27FC236}">
                <a16:creationId xmlns:a16="http://schemas.microsoft.com/office/drawing/2014/main" id="{AAF10B09-0D53-4943-9C2A-903FF39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115300" y="2286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8" name="paper-back-line1">
            <a:extLst xmlns:a="http://schemas.openxmlformats.org/drawingml/2006/main">
              <a:ext uri="{FF2B5EF4-FFF2-40B4-BE49-F238E27FC236}">
                <a16:creationId xmlns:a16="http://schemas.microsoft.com/office/drawing/2014/main" id="{588252A0-D7A6-4088-9FCF-FEC040BD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362950" y="245745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2"/>
          </a:solidFill>
          <a:ln xmlns:a="http://schemas.openxmlformats.org/drawingml/2006/main" w="0">
            <a:solidFill>
              <a:srgbClr val="C9D9E2"/>
            </a:solidFill>
            <a:prstDash val="solid"/>
          </a:ln>
        </p:spPr>
      </p:sp>
      <p:sp>
        <p:nvSpPr>
          <p:cNvPr id="19" name="paper-back-line2">
            <a:extLst xmlns:a="http://schemas.openxmlformats.org/drawingml/2006/main">
              <a:ext uri="{FF2B5EF4-FFF2-40B4-BE49-F238E27FC236}">
                <a16:creationId xmlns:a16="http://schemas.microsoft.com/office/drawing/2014/main" id="{5CCAFFA0-CEE7-4A35-A18E-57C3939A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362950" y="26670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C"/>
          </a:solidFill>
          <a:ln xmlns:a="http://schemas.openxmlformats.org/drawingml/2006/main" w="0">
            <a:solidFill>
              <a:srgbClr val="DCE7EC"/>
            </a:solidFill>
            <a:prstDash val="solid"/>
          </a:ln>
        </p:spPr>
      </p:sp>
      <p:sp>
        <p:nvSpPr>
          <p:cNvPr id="20" name="paper-back-line3">
            <a:extLst xmlns:a="http://schemas.openxmlformats.org/drawingml/2006/main">
              <a:ext uri="{FF2B5EF4-FFF2-40B4-BE49-F238E27FC236}">
                <a16:creationId xmlns:a16="http://schemas.microsoft.com/office/drawing/2014/main" id="{30759C50-D82C-4945-AB81-7BDDECBF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362950" y="28765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C"/>
          </a:solidFill>
          <a:ln xmlns:a="http://schemas.openxmlformats.org/drawingml/2006/main" w="0">
            <a:solidFill>
              <a:srgbClr val="DCE7EC"/>
            </a:solidFill>
            <a:prstDash val="solid"/>
          </a:ln>
        </p:spPr>
      </p:sp>
      <p:sp>
        <p:nvSpPr>
          <p:cNvPr id="21" name="paper-mid-page">
            <a:extLst xmlns:a="http://schemas.openxmlformats.org/drawingml/2006/main">
              <a:ext uri="{FF2B5EF4-FFF2-40B4-BE49-F238E27FC236}">
                <a16:creationId xmlns:a16="http://schemas.microsoft.com/office/drawing/2014/main" id="{37E7D7EE-9035-4B4F-9CAE-27AF87A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715250" y="2419350"/>
            <a:ext cx="2190750" cy="14097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2" name="paper-mid-accent">
            <a:extLst xmlns:a="http://schemas.openxmlformats.org/drawingml/2006/main">
              <a:ext uri="{FF2B5EF4-FFF2-40B4-BE49-F238E27FC236}">
                <a16:creationId xmlns:a16="http://schemas.microsoft.com/office/drawing/2014/main" id="{749DD381-2D6D-4B34-A25C-84298DB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867650" y="2590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3" name="paper-mid-line1">
            <a:extLst xmlns:a="http://schemas.openxmlformats.org/drawingml/2006/main">
              <a:ext uri="{FF2B5EF4-FFF2-40B4-BE49-F238E27FC236}">
                <a16:creationId xmlns:a16="http://schemas.microsoft.com/office/drawing/2014/main" id="{59E4825C-E585-4375-80AF-9BA47E6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115300" y="276225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2"/>
          </a:solidFill>
          <a:ln xmlns:a="http://schemas.openxmlformats.org/drawingml/2006/main" w="0">
            <a:solidFill>
              <a:srgbClr val="C9D9E2"/>
            </a:solidFill>
            <a:prstDash val="solid"/>
          </a:ln>
        </p:spPr>
      </p:sp>
      <p:sp>
        <p:nvSpPr>
          <p:cNvPr id="24" name="paper-mid-line2">
            <a:extLst xmlns:a="http://schemas.openxmlformats.org/drawingml/2006/main">
              <a:ext uri="{FF2B5EF4-FFF2-40B4-BE49-F238E27FC236}">
                <a16:creationId xmlns:a16="http://schemas.microsoft.com/office/drawing/2014/main" id="{4F119479-EFA6-4200-840E-3771A88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115300" y="29718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C"/>
          </a:solidFill>
          <a:ln xmlns:a="http://schemas.openxmlformats.org/drawingml/2006/main" w="0">
            <a:solidFill>
              <a:srgbClr val="DCE7EC"/>
            </a:solidFill>
            <a:prstDash val="solid"/>
          </a:ln>
        </p:spPr>
      </p:sp>
      <p:sp>
        <p:nvSpPr>
          <p:cNvPr id="25" name="paper-mid-line3">
            <a:extLst xmlns:a="http://schemas.openxmlformats.org/drawingml/2006/main">
              <a:ext uri="{FF2B5EF4-FFF2-40B4-BE49-F238E27FC236}">
                <a16:creationId xmlns:a16="http://schemas.microsoft.com/office/drawing/2014/main" id="{EBBD8B0C-AF0F-4D4A-AAF8-08D6BE7B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115300" y="31813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C"/>
          </a:solidFill>
          <a:ln xmlns:a="http://schemas.openxmlformats.org/drawingml/2006/main" w="0">
            <a:solidFill>
              <a:srgbClr val="DCE7EC"/>
            </a:solidFill>
            <a:prstDash val="solid"/>
          </a:ln>
        </p:spPr>
      </p:sp>
      <p:sp>
        <p:nvSpPr>
          <p:cNvPr id="26" name="paper-front-page">
            <a:extLst xmlns:a="http://schemas.openxmlformats.org/drawingml/2006/main">
              <a:ext uri="{FF2B5EF4-FFF2-40B4-BE49-F238E27FC236}">
                <a16:creationId xmlns:a16="http://schemas.microsoft.com/office/drawing/2014/main" id="{0BFFCB59-0B47-4BEA-BE65-17325FB5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191500" y="2800350"/>
            <a:ext cx="2190750" cy="1409700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7" name="paper-front-accent">
            <a:extLst xmlns:a="http://schemas.openxmlformats.org/drawingml/2006/main">
              <a:ext uri="{FF2B5EF4-FFF2-40B4-BE49-F238E27FC236}">
                <a16:creationId xmlns:a16="http://schemas.microsoft.com/office/drawing/2014/main" id="{8DCCB59D-13F4-4B07-A4CD-7E3F6AB4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343900" y="2971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8" name="paper-front-line1">
            <a:extLst xmlns:a="http://schemas.openxmlformats.org/drawingml/2006/main">
              <a:ext uri="{FF2B5EF4-FFF2-40B4-BE49-F238E27FC236}">
                <a16:creationId xmlns:a16="http://schemas.microsoft.com/office/drawing/2014/main" id="{C675A3C6-D204-431D-8E1A-4BB9D9A6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591550" y="314325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2"/>
          </a:solidFill>
          <a:ln xmlns:a="http://schemas.openxmlformats.org/drawingml/2006/main" w="0">
            <a:solidFill>
              <a:srgbClr val="C9D9E2"/>
            </a:solidFill>
            <a:prstDash val="solid"/>
          </a:ln>
        </p:spPr>
      </p:sp>
      <p:sp>
        <p:nvSpPr>
          <p:cNvPr id="29" name="paper-front-line2">
            <a:extLst xmlns:a="http://schemas.openxmlformats.org/drawingml/2006/main">
              <a:ext uri="{FF2B5EF4-FFF2-40B4-BE49-F238E27FC236}">
                <a16:creationId xmlns:a16="http://schemas.microsoft.com/office/drawing/2014/main" id="{700B735A-2C0D-41FD-A319-668C6712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591550" y="33528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C"/>
          </a:solidFill>
          <a:ln xmlns:a="http://schemas.openxmlformats.org/drawingml/2006/main" w="0">
            <a:solidFill>
              <a:srgbClr val="DCE7EC"/>
            </a:solidFill>
            <a:prstDash val="solid"/>
          </a:ln>
        </p:spPr>
      </p:sp>
      <p:sp>
        <p:nvSpPr>
          <p:cNvPr id="30" name="paper-front-line3">
            <a:extLst xmlns:a="http://schemas.openxmlformats.org/drawingml/2006/main">
              <a:ext uri="{FF2B5EF4-FFF2-40B4-BE49-F238E27FC236}">
                <a16:creationId xmlns:a16="http://schemas.microsoft.com/office/drawing/2014/main" id="{C2175357-F86B-4346-B881-0CDF34B4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591550" y="35623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C"/>
          </a:solidFill>
          <a:ln xmlns:a="http://schemas.openxmlformats.org/drawingml/2006/main" w="0">
            <a:solidFill>
              <a:srgbClr val="DCE7EC"/>
            </a:solidFill>
            <a:prstDash val="solid"/>
          </a:ln>
        </p:spPr>
      </p:sp>
      <p:sp>
        <p:nvSpPr>
          <p:cNvPr id="31" name="node1">
            <a:extLst xmlns:a="http://schemas.openxmlformats.org/drawingml/2006/main">
              <a:ext uri="{FF2B5EF4-FFF2-40B4-BE49-F238E27FC236}">
                <a16:creationId xmlns:a16="http://schemas.microsoft.com/office/drawing/2014/main" id="{462C67D1-B7AE-4143-8A8A-FE0B58E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2" name="node2">
            <a:extLst xmlns:a="http://schemas.openxmlformats.org/drawingml/2006/main">
              <a:ext uri="{FF2B5EF4-FFF2-40B4-BE49-F238E27FC236}">
                <a16:creationId xmlns:a16="http://schemas.microsoft.com/office/drawing/2014/main" id="{65F4E85F-9D17-4675-94A0-1448E0D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3" name="node3">
            <a:extLst xmlns:a="http://schemas.openxmlformats.org/drawingml/2006/main">
              <a:ext uri="{FF2B5EF4-FFF2-40B4-BE49-F238E27FC236}">
                <a16:creationId xmlns:a16="http://schemas.microsoft.com/office/drawing/2014/main" id="{EFDC550E-BB85-4F82-99C8-01B175B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34" name="node-line1">
            <a:extLst xmlns:a="http://schemas.openxmlformats.org/drawingml/2006/main">
              <a:ext uri="{FF2B5EF4-FFF2-40B4-BE49-F238E27FC236}">
                <a16:creationId xmlns:a16="http://schemas.microsoft.com/office/drawing/2014/main" id="{1F09B735-87C2-4FDC-AE6E-769B6A05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71437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0E8"/>
            </a:solidFill>
            <a:prstDash val="solid"/>
          </a:ln>
        </p:spPr>
      </p:sp>
      <p:sp>
        <p:nvSpPr>
          <p:cNvPr id="35" name="node-line2">
            <a:extLst xmlns:a="http://schemas.openxmlformats.org/drawingml/2006/main">
              <a:ext uri="{FF2B5EF4-FFF2-40B4-BE49-F238E27FC236}">
                <a16:creationId xmlns:a16="http://schemas.microsoft.com/office/drawing/2014/main" id="{F9E53F1B-7839-41F2-8C24-D102485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48000"/>
            <a:ext cx="59055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0E8"/>
            </a:solidFill>
            <a:prstDash val="solid"/>
          </a:ln>
        </p:spPr>
      </p:sp>
      <p:sp>
        <p:nvSpPr>
          <p:cNvPr id="36" name="node-line3">
            <a:extLst xmlns:a="http://schemas.openxmlformats.org/drawingml/2006/main">
              <a:ext uri="{FF2B5EF4-FFF2-40B4-BE49-F238E27FC236}">
                <a16:creationId xmlns:a16="http://schemas.microsoft.com/office/drawing/2014/main" id="{6D0BF16F-76C4-4ADD-AC2E-5437B4D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742950" cy="-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0E8"/>
            </a:solidFill>
            <a:prstDash val="solid"/>
          </a:ln>
        </p:spPr>
      </p:sp>
      <p:sp>
        <p:nvSpPr>
          <p:cNvPr id="37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3D25252-F250-4F83-957F-373B1971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53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EDC1959D-D82C-43DD-B7F2-FCC677C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实习答辩 · 证券投资申报材料智能处理项目</a:t>
            </a:r>
          </a:p>
        </p:txBody>
      </p:sp>
    </p:spTree>
    <p:extLst>
      <p:ext uri="{BB962C8B-B14F-4D97-AF65-F5344CB8AC3E}">
        <p14:creationId xmlns:p14="http://schemas.microsoft.com/office/powerpoint/2010/main" val="1662646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2026-06-25T06:22:44.8180000Z</dcterms:created>
  <dcterms:modified xsi:type="dcterms:W3CDTF">2026-06-25T06:22:44.8180000Z</dcterms:modified>
</coreProperties>
</file>